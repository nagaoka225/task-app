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3657600" cy="4572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377440" cy="5029200"/>
          </a:xfrm>
          <a:prstGeom prst="roundRect">
            <a:avLst>
              <a:gd name="adj" fmla="val 6000"/>
            </a:avLst>
          </a:prstGeom>
          <a:solidFill>
            <a:srgbClr val="1A253C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5304A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72B6"/>
                </a:solidFill>
              </a:defRPr>
            </a:pPr>
            <a:r>
              <a:t>Cursor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ED0"/>
                </a:solidFill>
              </a:defRPr>
            </a:pPr>
            <a:r>
              <a:t>AI-Powered Editor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5304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78BFA"/>
                </a:solidFill>
              </a:defRPr>
            </a:pPr>
            <a:r>
              <a:t>PHP / Laravel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ED0"/>
                </a:solidFill>
              </a:defRPr>
            </a:pPr>
            <a:r>
              <a:t>Controllers</a:t>
            </a:r>
            <a:br/>
            <a:r>
              <a:t>Services /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25304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Docker (Local)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ED0"/>
                </a:solidFill>
              </a:defRPr>
            </a:pPr>
            <a:r>
              <a:t>nginx + php-fpm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1188720"/>
            <a:ext cx="2560320" cy="5029200"/>
          </a:xfrm>
          <a:prstGeom prst="roundRect">
            <a:avLst>
              <a:gd name="adj" fmla="val 6000"/>
            </a:avLst>
          </a:prstGeom>
          <a:solidFill>
            <a:srgbClr val="1A253C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CI/CD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25304A"/>
          </a:solidFill>
          <a:ln w="19050">
            <a:solidFill>
              <a:srgbClr val="B0B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ED0"/>
                </a:solidFill>
              </a:defRPr>
            </a:pPr>
            <a:r>
              <a:t>main push → trigger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01752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25304A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923C"/>
                </a:solidFill>
              </a:defRPr>
            </a:pPr>
            <a:r>
              <a:t>AWS ECR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ED0"/>
                </a:solidFill>
              </a:defRPr>
            </a:pPr>
            <a:r>
              <a:t>Container Registry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20624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25304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Docker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ED0"/>
                </a:solidFill>
              </a:defRPr>
            </a:pPr>
            <a:r>
              <a:t>Dockerfile.apprunner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188720"/>
            <a:ext cx="2743200" cy="5029200"/>
          </a:xfrm>
          <a:prstGeom prst="roundRect">
            <a:avLst>
              <a:gd name="adj" fmla="val 6000"/>
            </a:avLst>
          </a:prstGeom>
          <a:solidFill>
            <a:srgbClr val="1A253C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AWS Cloud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828800"/>
            <a:ext cx="2194560" cy="2011680"/>
          </a:xfrm>
          <a:prstGeom prst="roundRect">
            <a:avLst>
              <a:gd name="adj" fmla="val 6000"/>
            </a:avLst>
          </a:prstGeom>
          <a:solidFill>
            <a:srgbClr val="25304A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AWS App Runner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468880"/>
            <a:ext cx="914400" cy="457200"/>
          </a:xfrm>
          <a:prstGeom prst="roundRect">
            <a:avLst>
              <a:gd name="adj" fmla="val 6000"/>
            </a:avLst>
          </a:prstGeom>
          <a:solidFill>
            <a:srgbClr val="152038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ADE80"/>
                </a:solidFill>
              </a:defRPr>
            </a:pPr>
            <a:r>
              <a:t>nginx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2468880"/>
            <a:ext cx="914400" cy="457200"/>
          </a:xfrm>
          <a:prstGeom prst="roundRect">
            <a:avLst>
              <a:gd name="adj" fmla="val 6000"/>
            </a:avLst>
          </a:prstGeom>
          <a:solidFill>
            <a:srgbClr val="152038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78BFA"/>
                </a:solidFill>
              </a:defRPr>
            </a:pPr>
            <a:r>
              <a:t>php-fpm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ED0"/>
                </a:solidFill>
              </a:defRPr>
            </a:pPr>
            <a:r>
              <a:t>Port 80 / HTTPS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57200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25304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2D3EE"/>
                </a:solidFill>
              </a:defRPr>
            </a:pPr>
            <a:r>
              <a:t>User (Browser)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120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ED0"/>
                </a:solidFill>
              </a:defRPr>
            </a:pPr>
            <a:r>
              <a:t>HTTPS Access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1188720"/>
            <a:ext cx="2560320" cy="5029200"/>
          </a:xfrm>
          <a:prstGeom prst="roundRect">
            <a:avLst>
              <a:gd name="adj" fmla="val 6000"/>
            </a:avLst>
          </a:prstGeom>
          <a:solidFill>
            <a:srgbClr val="1A253C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External 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1920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25304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OpenAI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D0"/>
                </a:solidFill>
              </a:defRPr>
            </a:pPr>
            <a:r>
              <a:t>gpt-4.1-mini</a:t>
            </a:r>
            <a:br/>
            <a:r>
              <a:t>Task Advice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3566160"/>
            <a:ext cx="2011680" cy="1463040"/>
          </a:xfrm>
          <a:prstGeom prst="roundRect">
            <a:avLst>
              <a:gd name="adj" fmla="val 6000"/>
            </a:avLst>
          </a:prstGeom>
          <a:solidFill>
            <a:srgbClr val="25304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Supabase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206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D0"/>
                </a:solidFill>
              </a:defRPr>
            </a:pPr>
            <a:r>
              <a:t>PostgreSQL</a:t>
            </a:r>
            <a:br/>
            <a:r>
              <a:t>REST API</a:t>
            </a:r>
            <a:br/>
            <a:r>
              <a:t>tb_tasks table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51760" y="3474720"/>
            <a:ext cx="457200" cy="0"/>
          </a:xfrm>
          <a:prstGeom prst="line">
            <a:avLst/>
          </a:prstGeom>
          <a:ln w="2540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60604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ACC15"/>
                </a:solidFill>
              </a:defRPr>
            </a:pPr>
            <a:r>
              <a:t>push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0" y="2286000"/>
            <a:ext cx="457200" cy="0"/>
          </a:xfrm>
          <a:prstGeom prst="line">
            <a:avLst/>
          </a:prstGeom>
          <a:ln w="2540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577840" y="1920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B923C"/>
                </a:solidFill>
              </a:defRPr>
            </a:pPr>
            <a:r>
              <a:t>deploy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4389120" y="3840480"/>
            <a:ext cx="0" cy="36576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80560" y="3886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</a:defRPr>
            </a:pPr>
            <a:r>
              <a:t>image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4389120" y="2651760"/>
            <a:ext cx="0" cy="365760"/>
          </a:xfrm>
          <a:prstGeom prst="line">
            <a:avLst/>
          </a:prstGeom>
          <a:ln w="19050">
            <a:solidFill>
              <a:srgbClr val="B0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69680" y="2468880"/>
            <a:ext cx="731520" cy="0"/>
          </a:xfrm>
          <a:prstGeom prst="line">
            <a:avLst/>
          </a:prstGeom>
          <a:ln w="2540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78240" y="2103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</a:defRPr>
            </a:pPr>
            <a:r>
              <a:t>API Call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69680" y="4114800"/>
            <a:ext cx="7315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78240" y="4389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</a:defRPr>
            </a:pPr>
            <a:r>
              <a:t>REST API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7498079" y="3840480"/>
            <a:ext cx="0" cy="73152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635240" y="4023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t>HTTPS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